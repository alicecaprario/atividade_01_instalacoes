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8de711053a42b9" /><Relationship Type="http://schemas.openxmlformats.org/officeDocument/2006/relationships/extended-properties" Target="/docProps/app.xml" Id="R616a09e6d2124af3" /><Relationship Type="http://schemas.openxmlformats.org/officeDocument/2006/relationships/officeDocument" Target="/ppt/presentation.xml" Id="R4e5a583132af44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dac280f1647ab"/>
  </p:sldMasterIdLst>
  <p:notesMasterIdLst>
    <p:notesMasterId xmlns:r="http://schemas.openxmlformats.org/officeDocument/2006/relationships" r:id="R58e6b747cb424927"/>
  </p:notesMasterIdLst>
  <p:sldIdLst>
    <p:sldId xmlns:r="http://schemas.openxmlformats.org/officeDocument/2006/relationships" id="256" r:id="Rfd7cc15f405d40fd"/>
    <p:sldId xmlns:r="http://schemas.openxmlformats.org/officeDocument/2006/relationships" id="257" r:id="R0b96a0e273e345be"/>
    <p:sldId xmlns:r="http://schemas.openxmlformats.org/officeDocument/2006/relationships" id="258" r:id="R81b35183e57345d3"/>
    <p:sldId xmlns:r="http://schemas.openxmlformats.org/officeDocument/2006/relationships" id="259" r:id="R86cd42c0430048eb"/>
    <p:sldId xmlns:r="http://schemas.openxmlformats.org/officeDocument/2006/relationships" id="260" r:id="Rf55d15da00904f7d"/>
    <p:sldId xmlns:r="http://schemas.openxmlformats.org/officeDocument/2006/relationships" id="261" r:id="Rc8e9d571fed54c5f"/>
    <p:sldId xmlns:r="http://schemas.openxmlformats.org/officeDocument/2006/relationships" id="262" r:id="Ra253586e0c60480c"/>
    <p:sldId xmlns:r="http://schemas.openxmlformats.org/officeDocument/2006/relationships" id="263" r:id="Rcdfb1abe60084db0"/>
    <p:sldId xmlns:r="http://schemas.openxmlformats.org/officeDocument/2006/relationships" id="264" r:id="R79ac725f828e48d5"/>
    <p:sldId xmlns:r="http://schemas.openxmlformats.org/officeDocument/2006/relationships" id="265" r:id="R77771169c109438a"/>
    <p:sldId xmlns:r="http://schemas.openxmlformats.org/officeDocument/2006/relationships" id="266" r:id="R99b55034d4ae458c"/>
    <p:sldId xmlns:r="http://schemas.openxmlformats.org/officeDocument/2006/relationships" id="267" r:id="R5ee12bfe971e4e70"/>
    <p:sldId xmlns:r="http://schemas.openxmlformats.org/officeDocument/2006/relationships" id="268" r:id="R89ee8490c3214e4d"/>
    <p:sldId xmlns:r="http://schemas.openxmlformats.org/officeDocument/2006/relationships" id="269" r:id="Re089d34a940f4fd1"/>
    <p:sldId xmlns:r="http://schemas.openxmlformats.org/officeDocument/2006/relationships" id="270" r:id="Rffa973379572440d"/>
    <p:sldId xmlns:r="http://schemas.openxmlformats.org/officeDocument/2006/relationships" id="271" r:id="R30f2330e6247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c185b67154dd0" /><Relationship Type="http://schemas.openxmlformats.org/officeDocument/2006/relationships/slideMaster" Target="/ppt/slideMasters/slideMaster1.xml" Id="Re3ddac280f1647ab" /><Relationship Type="http://schemas.openxmlformats.org/officeDocument/2006/relationships/notesMaster" Target="/ppt/notesMasters/notesMaster1.xml" Id="R58e6b747cb424927" /><Relationship Type="http://schemas.openxmlformats.org/officeDocument/2006/relationships/presProps" Target="/ppt/presProps.xml" Id="Rd019216a9fa64044" /><Relationship Type="http://schemas.openxmlformats.org/officeDocument/2006/relationships/tableStyles" Target="/ppt/tableStyles.xml" Id="R8ce14a248a234a6d" /><Relationship Type="http://schemas.openxmlformats.org/officeDocument/2006/relationships/slide" Target="/ppt/slides/slide1.xml" Id="Rfd7cc15f405d40fd" /><Relationship Type="http://schemas.openxmlformats.org/officeDocument/2006/relationships/slide" Target="/ppt/slides/slide2.xml" Id="R0b96a0e273e345be" /><Relationship Type="http://schemas.openxmlformats.org/officeDocument/2006/relationships/slide" Target="/ppt/slides/slide3.xml" Id="R81b35183e57345d3" /><Relationship Type="http://schemas.openxmlformats.org/officeDocument/2006/relationships/slide" Target="/ppt/slides/slide4.xml" Id="R86cd42c0430048eb" /><Relationship Type="http://schemas.openxmlformats.org/officeDocument/2006/relationships/slide" Target="/ppt/slides/slide5.xml" Id="Rf55d15da00904f7d" /><Relationship Type="http://schemas.openxmlformats.org/officeDocument/2006/relationships/slide" Target="/ppt/slides/slide6.xml" Id="Rc8e9d571fed54c5f" /><Relationship Type="http://schemas.openxmlformats.org/officeDocument/2006/relationships/slide" Target="/ppt/slides/slide7.xml" Id="Ra253586e0c60480c" /><Relationship Type="http://schemas.openxmlformats.org/officeDocument/2006/relationships/slide" Target="/ppt/slides/slide8.xml" Id="Rcdfb1abe60084db0" /><Relationship Type="http://schemas.openxmlformats.org/officeDocument/2006/relationships/slide" Target="/ppt/slides/slide9.xml" Id="R79ac725f828e48d5" /><Relationship Type="http://schemas.openxmlformats.org/officeDocument/2006/relationships/slide" Target="/ppt/slides/slide10.xml" Id="R77771169c109438a" /><Relationship Type="http://schemas.openxmlformats.org/officeDocument/2006/relationships/slide" Target="/ppt/slides/slide11.xml" Id="R99b55034d4ae458c" /><Relationship Type="http://schemas.openxmlformats.org/officeDocument/2006/relationships/slide" Target="/ppt/slides/slide12.xml" Id="R5ee12bfe971e4e70" /><Relationship Type="http://schemas.openxmlformats.org/officeDocument/2006/relationships/slide" Target="/ppt/slides/slide13.xml" Id="R89ee8490c3214e4d" /><Relationship Type="http://schemas.openxmlformats.org/officeDocument/2006/relationships/slide" Target="/ppt/slides/slide14.xml" Id="Re089d34a940f4fd1" /><Relationship Type="http://schemas.openxmlformats.org/officeDocument/2006/relationships/slide" Target="/ppt/slides/slide15.xml" Id="Rffa973379572440d" /><Relationship Type="http://schemas.openxmlformats.org/officeDocument/2006/relationships/slide" Target="/ppt/slides/slide16.xml" Id="R30f2330e6247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8d21efb60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d3918398e9403e" /><Relationship Type="http://schemas.openxmlformats.org/officeDocument/2006/relationships/notesMaster" Target="/ppt/notesMasters/notesMaster1.xml" Id="Rb733805242ec4a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7d8c3ab1e4acc" /><Relationship Type="http://schemas.openxmlformats.org/officeDocument/2006/relationships/notesMaster" Target="/ppt/notesMasters/notesMaster1.xml" Id="R770101ebaa9e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6a61f7dcc418f" /><Relationship Type="http://schemas.openxmlformats.org/officeDocument/2006/relationships/notesMaster" Target="/ppt/notesMasters/notesMaster1.xml" Id="Rd1d931e8ba234c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ab8bb9fea4023" /><Relationship Type="http://schemas.openxmlformats.org/officeDocument/2006/relationships/notesMaster" Target="/ppt/notesMasters/notesMaster1.xml" Id="Rfe3325efcdda4c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3a81762e194da6" /><Relationship Type="http://schemas.openxmlformats.org/officeDocument/2006/relationships/notesMaster" Target="/ppt/notesMasters/notesMaster1.xml" Id="R325e9f5f6124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6b1c723a54666" /><Relationship Type="http://schemas.openxmlformats.org/officeDocument/2006/relationships/notesMaster" Target="/ppt/notesMasters/notesMaster1.xml" Id="R98541786cee5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c585b8df0d448d" /><Relationship Type="http://schemas.openxmlformats.org/officeDocument/2006/relationships/notesMaster" Target="/ppt/notesMasters/notesMaster1.xml" Id="R6878678822e748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9bc5aba2b4a1d" /><Relationship Type="http://schemas.openxmlformats.org/officeDocument/2006/relationships/notesMaster" Target="/ppt/notesMasters/notesMaster1.xml" Id="R18c728df291545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f4f246a2cb476a" /><Relationship Type="http://schemas.openxmlformats.org/officeDocument/2006/relationships/notesMaster" Target="/ppt/notesMasters/notesMaster1.xml" Id="Ra5b2ab6453df46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a066295b70442a" /><Relationship Type="http://schemas.openxmlformats.org/officeDocument/2006/relationships/notesMaster" Target="/ppt/notesMasters/notesMaster1.xml" Id="R0f8e44838ed445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7a1340d49641c9" /><Relationship Type="http://schemas.openxmlformats.org/officeDocument/2006/relationships/notesMaster" Target="/ppt/notesMasters/notesMaster1.xml" Id="R6dedc2d3a63c4f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9e179770ca4fa5" /><Relationship Type="http://schemas.openxmlformats.org/officeDocument/2006/relationships/notesMaster" Target="/ppt/notesMasters/notesMaster1.xml" Id="R2012a019630041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c4630e09394b8f" /><Relationship Type="http://schemas.openxmlformats.org/officeDocument/2006/relationships/notesMaster" Target="/ppt/notesMasters/notesMaster1.xml" Id="R6fa38bd5baae4b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4a0e8c41ae45e3" /><Relationship Type="http://schemas.openxmlformats.org/officeDocument/2006/relationships/notesMaster" Target="/ppt/notesMasters/notesMaster1.xml" Id="R71e1ea2b1c5a4c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7f0352c26048d4" /><Relationship Type="http://schemas.openxmlformats.org/officeDocument/2006/relationships/notesMaster" Target="/ppt/notesMasters/notesMaster1.xml" Id="Rd6daa6e00c1d4e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484a5df5da4356" /><Relationship Type="http://schemas.openxmlformats.org/officeDocument/2006/relationships/notesMaster" Target="/ppt/notesMasters/notesMaster1.xml" Id="R730d642a3ddf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e mostre que as etapas formam uma sequência: editor, linguagem, recursos, bibliotecas, controle de versão e publicação.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1.png e 2.png fornecidas pela usuária. Referência: https://code.visualstudio.com/docs/setup/windows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3.png e 4.png fornecidas pela usuária. Destaque a opção Adicione em PATH, pois ela permite usar o comando code no terminal.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5.png e 6.png fornecidas pela usuária.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7.png fornecida pela usuária. Referências: https://code.visualstudio.com/docs/setup/windows e https://code.visualstudio.com/docs/terminal/basics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8.png, 9.png e 10.png fornecidas pela usuária. O comando winget foi fornecido pela usuária. Ao demonstrar, reabra o terminal antes de executar python --version.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11.png fornecida pela usuária. Referências: https://marketplace.visualstudio.com/items?itemName=ms-python.python e https://code.visualstudio.com/docs/python/environments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Referência: https://code.visualstudio.com/docs/python/environments. Para PowerShell, a ativação usa Activate.ps1; no Prompt de Comando, activate.bat.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12.png fornecida pela usuária. Referências: https://git-scm.com/install/windows e https://git-scm.com/book/en/v2/Customizing-Git-Git-Configuration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13.png e 14.png fornecidas pela usuária. Mostre que o comando foi executado no terminal integrado e que o instalador do Git continua o processo em uma janela separada.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visuais: capturas 15.jpeg e 16.jpeg fornecidas pela usuária. Referência oficial: https://docs.github.com/en/repositories/creating-and-managing-repositories/creating-a-new-repository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17.jpeg fornecida pela usuária. Oriente a turma a escolher um nome simples, definir a visibilidade e ativar o README antes de criar 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Referências: https://code.visualstudio.com/docs/sourcecontrol/github e https://docs.github.com/en/repositories/creating-and-managing-repositories/quickstart-for-repositories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 principal: crie teste.py, execute, faça stage, commit e push. Depois atualize o GitHub e mostre o arquivo e a mensagem do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comando Set-ExecutionPolicy foi detalhado com escopo CurrentUser e política RemoteSigned para evitar uma orientação ampla demais. Confirme as regras de TI da instituição antes da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a apresentação pedindo que a turma valide cada item. O resultado mínimo é executar teste.py e visualizar o commit no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eb21674c740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89ee4cf114579" /><Relationship Type="http://schemas.openxmlformats.org/officeDocument/2006/relationships/slideLayout" Target="/ppt/slideLayouts/slideLayout1.xml" Id="Rf138450577be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8450577be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47b201c5c470e" /><Relationship Type="http://schemas.openxmlformats.org/officeDocument/2006/relationships/notesSlide" Target="/ppt/notesSlides/notesSlide1.xml" Id="Rd0846f96424049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3464ab10e484e" /><Relationship Type="http://schemas.openxmlformats.org/officeDocument/2006/relationships/image" Target="/ppt/media/image.png" Id="Rdbffb73bfdda4dbd" /><Relationship Type="http://schemas.openxmlformats.org/officeDocument/2006/relationships/image" Target="/ppt/media/image2.png" Id="Re9a0e32f47634b6f" /><Relationship Type="http://schemas.openxmlformats.org/officeDocument/2006/relationships/notesSlide" Target="/ppt/notesSlides/notesSlide2.xml" Id="Rae3aaa59d3784b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0122287a3495d" /><Relationship Type="http://schemas.openxmlformats.org/officeDocument/2006/relationships/image" Target="/ppt/media/image3.png" Id="R144d2c0d8c7646e2" /><Relationship Type="http://schemas.openxmlformats.org/officeDocument/2006/relationships/image" Target="/ppt/media/image4.png" Id="Ra5bda966f96b4f6a" /><Relationship Type="http://schemas.openxmlformats.org/officeDocument/2006/relationships/notesSlide" Target="/ppt/notesSlides/notesSlide3.xml" Id="R8fa85380aec0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86e24b8d04102" /><Relationship Type="http://schemas.openxmlformats.org/officeDocument/2006/relationships/image" Target="/ppt/media/image5.png" Id="R8b5fdb440fe2400b" /><Relationship Type="http://schemas.openxmlformats.org/officeDocument/2006/relationships/image" Target="/ppt/media/image6.png" Id="Rc683f95b9e844c8a" /><Relationship Type="http://schemas.openxmlformats.org/officeDocument/2006/relationships/notesSlide" Target="/ppt/notesSlides/notesSlide4.xml" Id="Rb077e98ed8ea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f16f3d6714dab" /><Relationship Type="http://schemas.openxmlformats.org/officeDocument/2006/relationships/image" Target="/ppt/media/image7.png" Id="R01e584e09d924b71" /><Relationship Type="http://schemas.openxmlformats.org/officeDocument/2006/relationships/notesSlide" Target="/ppt/notesSlides/notesSlide5.xml" Id="R8276e0bff5aa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39af16dec47a2" /><Relationship Type="http://schemas.openxmlformats.org/officeDocument/2006/relationships/image" Target="/ppt/media/image8.png" Id="Rf073f2f7d08b4c96" /><Relationship Type="http://schemas.openxmlformats.org/officeDocument/2006/relationships/image" Target="/ppt/media/image9.png" Id="R4fb0cf4f7d67452e" /><Relationship Type="http://schemas.openxmlformats.org/officeDocument/2006/relationships/image" Target="/ppt/media/image10.png" Id="R8404dbbe60554a3b" /><Relationship Type="http://schemas.openxmlformats.org/officeDocument/2006/relationships/notesSlide" Target="/ppt/notesSlides/notesSlide6.xml" Id="Radefa77f2c5345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4d096fbd34462" /><Relationship Type="http://schemas.openxmlformats.org/officeDocument/2006/relationships/image" Target="/ppt/media/image11.png" Id="Rd5d3eadf500b402f" /><Relationship Type="http://schemas.openxmlformats.org/officeDocument/2006/relationships/notesSlide" Target="/ppt/notesSlides/notesSlide7.xml" Id="Rc71c3d29d92e4b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454042964d38" /><Relationship Type="http://schemas.openxmlformats.org/officeDocument/2006/relationships/notesSlide" Target="/ppt/notesSlides/notesSlide8.xml" Id="Re65b767e45a0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066f3c60f4896" /><Relationship Type="http://schemas.openxmlformats.org/officeDocument/2006/relationships/image" Target="/ppt/media/image12.png" Id="R9a90d4573c09447c" /><Relationship Type="http://schemas.openxmlformats.org/officeDocument/2006/relationships/notesSlide" Target="/ppt/notesSlides/notesSlide9.xml" Id="R37142553f9674a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27cc9d520432d" /><Relationship Type="http://schemas.openxmlformats.org/officeDocument/2006/relationships/image" Target="/ppt/media/image13.png" Id="Re1f5224bd3db4c38" /><Relationship Type="http://schemas.openxmlformats.org/officeDocument/2006/relationships/image" Target="/ppt/media/image14.png" Id="R172314b25d7f4d14" /><Relationship Type="http://schemas.openxmlformats.org/officeDocument/2006/relationships/notesSlide" Target="/ppt/notesSlides/notesSlide10.xml" Id="R8e5a2920d1d445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16129635248d0" /><Relationship Type="http://schemas.openxmlformats.org/officeDocument/2006/relationships/image" Target="/ppt/media/image.jpeg" Id="Rf16d96559f0a4de4" /><Relationship Type="http://schemas.openxmlformats.org/officeDocument/2006/relationships/image" Target="/ppt/media/image2.jpeg" Id="R03fff7d726314bb5" /><Relationship Type="http://schemas.openxmlformats.org/officeDocument/2006/relationships/notesSlide" Target="/ppt/notesSlides/notesSlide11.xml" Id="R9982e0c748e243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5bdf64ed24171" /><Relationship Type="http://schemas.openxmlformats.org/officeDocument/2006/relationships/image" Target="/ppt/media/image3.jpeg" Id="Rd877476019d148e4" /><Relationship Type="http://schemas.openxmlformats.org/officeDocument/2006/relationships/notesSlide" Target="/ppt/notesSlides/notesSlide12.xml" Id="R723c1ef0dde741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cbd7c0a5f48a5" /><Relationship Type="http://schemas.openxmlformats.org/officeDocument/2006/relationships/notesSlide" Target="/ppt/notesSlides/notesSlide13.xml" Id="R39d8feffb04549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8e444482d4c4c" /><Relationship Type="http://schemas.openxmlformats.org/officeDocument/2006/relationships/notesSlide" Target="/ppt/notesSlides/notesSlide14.xml" Id="R13c9dcb2272f41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dabe822c74906" /><Relationship Type="http://schemas.openxmlformats.org/officeDocument/2006/relationships/notesSlide" Target="/ppt/notesSlides/notesSlide15.xml" Id="Rddbd60da0ebe4b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d54129a541bb" /><Relationship Type="http://schemas.openxmlformats.org/officeDocument/2006/relationships/notesSlide" Target="/ppt/notesSlides/notesSlide16.xml" Id="R423f8e190123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F1E98-F201-430B-8E7A-7DAD656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49B87-FB20-4793-B18C-FAA3955F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Preparando o ambiente para</a:t>
            </a:r>
          </a:p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Análise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294F4-2D4D-43A3-ADAF-1B0CD16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Objetivo da aula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868C4-10E2-4B4F-8B55-643E838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Instalar, configurar e validar um ambiente Windows capaz de executar análises em Python e versionar o projeto no GitHub.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B6769-C6DD-41FE-8B08-6BBDC28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2EF4B-3AC7-41DF-944F-4D15AF1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4D3BB-69AE-463C-96B2-CFF5A88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VS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4B340-4E66-4187-A975-6810F3A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6291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2DAE1-C515-498B-A402-7ED78A7F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7BE8A-E5D4-49D9-BEB5-76A2F36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40409-1969-4E55-9899-64345919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8F382-3FF1-4740-8735-FC73F1EB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315ED-AF4E-4034-9390-72F4D0DB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77776-67A8-4109-AC18-866637B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22BB7-C17E-46AD-8CB6-E01DDC3F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Extensões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30556-B0C0-432D-8497-4E245C7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6291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60A89-754C-48E0-8589-9696683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27B85-C83A-49C7-81D7-16BD1009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F9240-A91C-401B-966A-6402423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Bibliotecas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1D285-DE76-4303-9592-03CC721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B73B6-0664-438C-9BAB-1EA50BC0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EFB50-9E0E-45BE-B132-8AC3E85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D79F4-7EB7-498B-8A68-C1D7754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62B01-E73A-4BA8-BCEF-26CD374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6291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CF481-1609-4BFF-9FE6-591667A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33875"/>
            <a:ext cx="1571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F62E8-0208-4D1A-9E46-01E1A21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01E60-E266-4317-842E-76FA626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958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9086B-1BCB-4E17-9F12-F1BB1EF4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Fluxo da aula em 6 etapas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DBA93-9D7C-4ED9-9C69-1467C28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Windows  •  VS Code  •  Python  •  GitHub</a:t>
            </a:r>
          </a:p>
        </p:txBody>
      </p:sp>
    </p:spTree>
    <p:extLst>
      <p:ext uri="{BB962C8B-B14F-4D97-AF65-F5344CB8AC3E}">
        <p14:creationId xmlns:p14="http://schemas.microsoft.com/office/powerpoint/2010/main" val="842221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7424B-0FFB-4536-B0C3-8E784933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5A988-BA2D-433C-B056-FB90B80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VS Code: licença e local de instalação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BB85B-3842-4A35-80F2-EDEC4E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D13DD-9136-4CC3-95EC-EB594503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2/16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B8B9B-A53D-4441-8C16-379047E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fb73bfdda4dbd"/>
          <a:stretch xmlns:a="http://schemas.openxmlformats.org/drawingml/2006/main"/>
        </p:blipFill>
        <p:spPr>
          <a:xfrm xmlns:a="http://schemas.openxmlformats.org/drawingml/2006/main">
            <a:off x="590550" y="1200661"/>
            <a:ext cx="5257800" cy="40756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9E654-3D61-4229-B013-F632EF9D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e32f47634b6f"/>
          <a:stretch xmlns:a="http://schemas.openxmlformats.org/drawingml/2006/main"/>
        </p:blipFill>
        <p:spPr>
          <a:xfrm xmlns:a="http://schemas.openxmlformats.org/drawingml/2006/main">
            <a:off x="6351814" y="1200150"/>
            <a:ext cx="5241471" cy="4076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FC2A3-7910-4CA3-9FF6-6D2DA7A0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1. Marque “Eu aceito o acordo” e avance.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0E780-B52E-493A-B497-396D666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2. Mantenha o local padrão e avance.</a:t>
            </a:r>
          </a:p>
        </p:txBody>
      </p:sp>
    </p:spTree>
    <p:extLst>
      <p:ext uri="{BB962C8B-B14F-4D97-AF65-F5344CB8AC3E}">
        <p14:creationId xmlns:p14="http://schemas.microsoft.com/office/powerpoint/2010/main" val="1303805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2F6E2-AAC7-4B30-B909-3F9E1A4E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CE113-39E3-4C6B-91B7-7BB42CB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VS Code: atalhos e tarefas adicionais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9B2CF-E56E-407C-BD3C-9AF2245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93981-95F1-4491-906F-7002C90F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3/16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84173-D6D2-4C98-9FD1-AB63DDB8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d2c0d8c7646e2"/>
          <a:stretch xmlns:a="http://schemas.openxmlformats.org/drawingml/2006/main"/>
        </p:blipFill>
        <p:spPr>
          <a:xfrm xmlns:a="http://schemas.openxmlformats.org/drawingml/2006/main">
            <a:off x="601873" y="1200150"/>
            <a:ext cx="5235155" cy="407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E19E4-AAC7-4C56-8EEF-A103F48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da966f96b4f6a"/>
          <a:stretch xmlns:a="http://schemas.openxmlformats.org/drawingml/2006/main"/>
        </p:blipFill>
        <p:spPr>
          <a:xfrm xmlns:a="http://schemas.openxmlformats.org/drawingml/2006/main">
            <a:off x="6343650" y="1202652"/>
            <a:ext cx="5257800" cy="407169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286D-7FCA-43EA-9FBB-16B5C79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3. Mantenha a pasta Visual Studio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1260F-E91A-430B-AC57-E58C1AE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4. Marque “Abrir com Code” e “Adicionar em PATH”.</a:t>
            </a:r>
          </a:p>
        </p:txBody>
      </p:sp>
    </p:spTree>
    <p:extLst>
      <p:ext uri="{BB962C8B-B14F-4D97-AF65-F5344CB8AC3E}">
        <p14:creationId xmlns:p14="http://schemas.microsoft.com/office/powerpoint/2010/main" val="1275353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CD8A8-5288-422A-ABF7-0A7C74AC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F7DC5-6D31-4743-BAA8-20C4246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500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Confirmação e instalação do VS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28924-320D-4A0B-B686-5DC73313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11624-A005-44AC-8521-B0A877A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4/16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DD0E1-259C-42F2-8415-9F909E3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fdb440fe2400b"/>
          <a:stretch xmlns:a="http://schemas.openxmlformats.org/drawingml/2006/main"/>
        </p:blipFill>
        <p:spPr>
          <a:xfrm xmlns:a="http://schemas.openxmlformats.org/drawingml/2006/main">
            <a:off x="590550" y="1204655"/>
            <a:ext cx="5257800" cy="406769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D0996-F5E6-4AFD-A5A7-C402C93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52525"/>
            <a:ext cx="53530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3f95b9e844c8a"/>
          <a:stretch xmlns:a="http://schemas.openxmlformats.org/drawingml/2006/main"/>
        </p:blipFill>
        <p:spPr>
          <a:xfrm xmlns:a="http://schemas.openxmlformats.org/drawingml/2006/main">
            <a:off x="6343650" y="1204655"/>
            <a:ext cx="5257800" cy="406769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7C799-5058-497E-BE20-978CC92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5. Revise as opções e clique em Instalar.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1DF97-4584-423B-9876-1DF289A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6. Aguarde a extração e a cópia dos arquivos.</a:t>
            </a:r>
          </a:p>
        </p:txBody>
      </p:sp>
    </p:spTree>
    <p:extLst>
      <p:ext uri="{BB962C8B-B14F-4D97-AF65-F5344CB8AC3E}">
        <p14:creationId xmlns:p14="http://schemas.microsoft.com/office/powerpoint/2010/main" val="751655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2519-78BE-4B5A-B4CD-F883F68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7A2E2-07C1-4D45-90F9-68708CF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VS Code instalado e terminal integrado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5CBD-A44F-409D-B885-A6F862A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47B1C-8D54-43D2-90CB-6319BD0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5/16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9CA13-412C-40F6-8B4B-BCF2243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Finalização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B86E3-27FD-424D-B4D0-58242F0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Mantenha “Iniciar o Visual Studio Code” marcado e clique em Concluir.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C0DFE-C9D8-4F06-AF0E-D7BA1C3D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Abrir o 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BF3CB-6838-4FE8-B1E8-4DD6925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3333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DD1B4-DD47-4E03-A2D0-E4C0D9F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8BDF8"/>
                </a:solidFill>
                <a:latin typeface="Arial"/>
                <a:ea typeface="Arial"/>
                <a:cs typeface="Arial"/>
              </a:rPr>
              <a:t>Ctrl + `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4924F-987F-4516-91C7-29AF581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O terminal integrado abre na pasta atual do projeto.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DC7D8-7B41-44B5-B65D-072BB61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14425"/>
            <a:ext cx="67627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584e09d924b71"/>
          <a:stretch xmlns:a="http://schemas.openxmlformats.org/drawingml/2006/main"/>
        </p:blipFill>
        <p:spPr>
          <a:xfrm xmlns:a="http://schemas.openxmlformats.org/drawingml/2006/main">
            <a:off x="4673986" y="1162050"/>
            <a:ext cx="6654029" cy="5181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44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37AF7-7C8C-4C30-96CC-79ED159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8096B-E380-4C23-A51A-054AB067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 pelo terminal do VS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3A386-62CD-4F04-BAEE-9B799C5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C9EAD-AF0F-45FE-94AD-EE9ECAD0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6/16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4E735-7173-41B6-A8A7-B0B076E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Instalação pelo winget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64EE-743A-4C6C-823B-F97E1A4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905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10C6E-6B77-4C75-8BCD-64BAFF2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BBF24"/>
                </a:solidFill>
                <a:latin typeface="Arial"/>
                <a:ea typeface="Arial"/>
                <a:cs typeface="Arial"/>
              </a:rPr>
              <a:t>winget install Python.Python.3.14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E54B5-A4AC-48A4-8E58-B01F9142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Se o terminal pedir aceite dos termos, digite Y e pressione 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5C76F-A379-4DC6-8861-E5E80E9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B3BD1-56BF-4E5E-A6BA-BD95B7F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DFE6F-D1C9-46DF-9DB7-32DF7D1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python --version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81626-402A-4C8B-9E68-3029FB9F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05325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3f2f7d08b4c96"/>
          <a:stretch xmlns:a="http://schemas.openxmlformats.org/drawingml/2006/main"/>
        </p:blipFill>
        <p:spPr>
          <a:xfrm xmlns:a="http://schemas.openxmlformats.org/drawingml/2006/main">
            <a:off x="1094790" y="4552950"/>
            <a:ext cx="274437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DCA81-5B43-463E-B3FF-44247501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57275"/>
            <a:ext cx="67627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0cf4f7d67452e"/>
          <a:stretch xmlns:a="http://schemas.openxmlformats.org/drawingml/2006/main"/>
        </p:blipFill>
        <p:spPr>
          <a:xfrm xmlns:a="http://schemas.openxmlformats.org/drawingml/2006/main">
            <a:off x="4970009" y="1104900"/>
            <a:ext cx="6633482" cy="43338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80170-0A48-4C46-BB21-D7EC21C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534025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4dbbe60554a3b"/>
          <a:srcRect xmlns:a="http://schemas.openxmlformats.org/drawingml/2006/main" l="0" t="37435" r="0" b="37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5581650"/>
            <a:ext cx="4095750" cy="723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D6DAC-5A86-4267-B276-1BB70FA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Alternativa: python.org/downloads</a:t>
            </a:r>
          </a:p>
        </p:txBody>
      </p:sp>
    </p:spTree>
    <p:extLst>
      <p:ext uri="{BB962C8B-B14F-4D97-AF65-F5344CB8AC3E}">
        <p14:creationId xmlns:p14="http://schemas.microsoft.com/office/powerpoint/2010/main" val="304411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ED00F-6B25-4423-9F78-0389E781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6DE21-C528-4838-87AB-03AC86E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Extensões de Python, notebooks e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2F5BF-6F9C-4402-ABD0-F0D54E4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C6B0E-7D1D-4AC2-92B2-A697FB83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7/16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7A18E-E53E-4B1D-B268-1D20434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76325"/>
            <a:ext cx="42862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3eadf500b402f"/>
          <a:stretch xmlns:a="http://schemas.openxmlformats.org/drawingml/2006/main"/>
        </p:blipFill>
        <p:spPr>
          <a:xfrm xmlns:a="http://schemas.openxmlformats.org/drawingml/2006/main">
            <a:off x="847979" y="1123950"/>
            <a:ext cx="3599942" cy="5143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2A79-692D-4688-BE99-3C118A2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14300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Abrir Extensões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F99BA-D022-4AD6-8A5A-9B20ADB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62100"/>
            <a:ext cx="600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1F868-AD14-43AD-AE0A-0C6645D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67640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BDF8"/>
                </a:solidFill>
                <a:latin typeface="Arial"/>
                <a:ea typeface="Arial"/>
                <a:cs typeface="Arial"/>
              </a:rPr>
              <a:t>Ctrl + Shift +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63CF2-4D12-4C84-BE26-163E9E70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Pesquise pelo nome e confirme o publicador antes de instalar.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33631-91AF-4FC3-828D-58D8C07C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765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DB22D-77CE-4789-BB92-5599129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Microsoft  |  inclui Pylance, depuração e ambientes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366A-0043-4988-ADC1-1D977EFE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9540F-1C7C-44AD-9799-F59747AF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99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Jupyter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08DA6-00D0-4F2B-8ABB-E8D7A03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Microsoft  |  use para notebooks 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B43F7-A950-4C44-B40E-4D9F1E7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E72BE-8624-44E8-A6F2-25ACDC9C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433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2DFD9-8483-4B6F-B9DE-F9094664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SQLTools e o driver do banco adotado no curso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BA517-795D-440D-BE78-C6E521E5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243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A534E-4B98-4390-B55A-3030867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910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Selecionar o interpretador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7DC79-DEEC-42E5-A2CD-E6782FD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91100"/>
            <a:ext cx="600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2E69F-B993-45BF-B6A6-EC319ECA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05400"/>
            <a:ext cx="565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Ctrl + Shift + P</a:t>
            </a:r>
          </a:p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Python: Select Interpreter  &gt;  .venv</a:t>
            </a:r>
          </a:p>
        </p:txBody>
      </p:sp>
    </p:spTree>
    <p:extLst>
      <p:ext uri="{BB962C8B-B14F-4D97-AF65-F5344CB8AC3E}">
        <p14:creationId xmlns:p14="http://schemas.microsoft.com/office/powerpoint/2010/main" val="1767017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4BBB1-B25B-49A3-BDAB-AA1522D5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ED1E-735B-45CD-A50C-472D59F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Ambiente virtual e bibliotecas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12165-132F-4673-A52C-E07A972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D3846-A660-423F-8FB6-443B3E82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8/16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1EF62-C775-45B3-ADB3-D054586B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7DF21-E322-4BC5-969C-201B852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430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Pasta do projeto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63161-657C-4439-8593-BE2327D7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287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Crie uma pasta e abra em File &gt; Open Folder.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232CA-A680-4772-8328-9D56163D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80FD9-AFF3-40A5-A691-C8C33534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Ambiente isolado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9B052-DB8E-4F01-981E-128993D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Crie e ative a .venv dentro da pasta.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5A564-6334-4F37-87C7-EC2F80B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90DD4-210B-44BE-9308-E5EEF8F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Pacotes de análise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6CACD-E049-478A-B856-B36A863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Instale as bibliotecas apenas no ambiente ativo.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773D8-2A8D-4F19-9D5A-0577E4A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2F40D-DE15-4491-B936-6144AD5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EAFD-D5DF-4125-80F3-3F0DD6D2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Use pip list e confirme o interpretador .venv.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3084D-4842-4DF3-99EC-03E4D002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43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Criar e ativar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0C570-673A-47B8-B1C0-BEC59EB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533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5064B-9127-4511-9BCE-CCD1E999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7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F7E7"/>
                </a:solidFill>
                <a:latin typeface="Arial"/>
                <a:ea typeface="Arial"/>
                <a:cs typeface="Arial"/>
              </a:rPr>
              <a:t>python -m venv .venv</a:t>
            </a:r>
          </a:p>
          <a:p xmlns:a="http://schemas.openxmlformats.org/drawingml/2006/main">
            <a:pPr algn="l">
              <a:defRPr sz="1650" b="0">
                <a:solidFill>
                  <a:srgbClr val="D7F7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F7E7"/>
                </a:solidFill>
                <a:latin typeface="Arial"/>
                <a:ea typeface="Arial"/>
                <a:cs typeface="Arial"/>
              </a:rPr>
              <a:t>.venv\Scripts\activate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1AA80-D752-49D4-AD0E-215ED95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No PowerShell, use: .\.venv\Scripts\Activate.ps1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4BA29-E9D3-4D3D-9053-1534AC8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Instalar as bibliotecas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73056-EFB7-4E2C-8353-EF40DB4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7DE43-0ADE-4517-902D-A0401751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4991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pip install pandas numpy matplotlib</a:t>
            </a:r>
          </a:p>
          <a:p xmlns:a="http://schemas.openxmlformats.org/drawingml/2006/main">
            <a:pPr algn="l">
              <a:defRPr sz="1575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seaborn openpyxl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pip 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0A9B3-2179-426F-A79D-B4CA219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10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5A986-30C6-45EF-8D4A-19514FA6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A .venv evita misturar dependências entre projetos.</a:t>
            </a:r>
          </a:p>
        </p:txBody>
      </p:sp>
    </p:spTree>
    <p:extLst>
      <p:ext uri="{BB962C8B-B14F-4D97-AF65-F5344CB8AC3E}">
        <p14:creationId xmlns:p14="http://schemas.microsoft.com/office/powerpoint/2010/main" val="561673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D877A-FF20-40CE-B66E-875842C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7557F-780E-41D2-893D-2570D57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Instalação e configuração do Git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3338E-3602-4D9A-AFEA-4100BB60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FD0FF-500B-4AED-B933-1B5CD18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9/16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155A2-6D3E-4C44-ACB5-D692A6D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Download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FA87D-1C6A-4434-9814-EA375447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git-scm.com/install/windows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AB65B-1E22-4262-8322-C4D130C2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Ou instale pelo terminal do VS Code: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9C607-6275-4F55-BDB9-B58A3A1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49983-8CE3-4AD8-B93C-7C14AEF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41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D8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D8C2"/>
                </a:solidFill>
                <a:latin typeface="Arial"/>
                <a:ea typeface="Arial"/>
                <a:cs typeface="Arial"/>
              </a:rPr>
              <a:t>winget install --id Git.Git -e</a:t>
            </a:r>
          </a:p>
          <a:p xmlns:a="http://schemas.openxmlformats.org/drawingml/2006/main">
            <a:pPr algn="l">
              <a:defRPr sz="1425" b="0">
                <a:solidFill>
                  <a:srgbClr val="FFD8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D8C2"/>
                </a:solidFill>
                <a:latin typeface="Arial"/>
                <a:ea typeface="Arial"/>
                <a:cs typeface="Arial"/>
              </a:rPr>
              <a:t>--source winget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321D6-F45E-4C98-B913-ED4A7B6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Conferir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C54EF-B395-440A-B5B0-203FA63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7206F-5697-4173-92FA-9B39144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BDF8"/>
                </a:solidFill>
                <a:latin typeface="Arial"/>
                <a:ea typeface="Arial"/>
                <a:cs typeface="Arial"/>
              </a:rPr>
              <a:t>git --version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5A9A9-064E-4F19-8B91-29FD1B0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Identidade dos commits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6CF42-CB77-409B-9DD4-87753A41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8742D-E7CD-42CB-B455-A3987DBD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4419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config --global user.name "Seu Nome"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config --global user.email "seu@email.com"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F0577-2F7B-450D-8CA0-8CAC938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095375"/>
            <a:ext cx="55245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0d4573c09447c"/>
          <a:stretch xmlns:a="http://schemas.openxmlformats.org/drawingml/2006/main"/>
        </p:blipFill>
        <p:spPr>
          <a:xfrm xmlns:a="http://schemas.openxmlformats.org/drawingml/2006/main">
            <a:off x="5905500" y="1367806"/>
            <a:ext cx="5429250" cy="4617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7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A25EE-F6AF-4A20-874E-6944611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E550D-2F1C-467D-8DFC-7925944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Git: instalação pelo 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52107-8C4D-4490-B856-C3FA4BD2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3BFC-A6F6-4559-8DF5-06888EE9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10/16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89E1A-32DB-46B2-B70A-B2A0EFF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14425"/>
            <a:ext cx="11144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5224bd3db4c38"/>
          <a:stretch xmlns:a="http://schemas.openxmlformats.org/drawingml/2006/main"/>
        </p:blipFill>
        <p:spPr>
          <a:xfrm xmlns:a="http://schemas.openxmlformats.org/drawingml/2006/main">
            <a:off x="1389672" y="1162050"/>
            <a:ext cx="9374556" cy="2305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5E93F-FB6B-404C-824E-C23DD29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1. Execute o comando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37913-4DD8-461C-A6F5-E682B36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0994A-1353-40D3-84CB-BFEEF3C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D8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8C2"/>
                </a:solidFill>
                <a:latin typeface="Arial"/>
                <a:ea typeface="Arial"/>
                <a:cs typeface="Arial"/>
              </a:rPr>
              <a:t>winget install Git.Git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B6F50-ADC6-4FE1-B394-3D8F241E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O winget baixa o instalador oficial. Aguarde a verificação e o início da instalação.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879A0-39DD-4DEE-B52F-6F3E09B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86175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314b25d7f4d14"/>
          <a:stretch xmlns:a="http://schemas.openxmlformats.org/drawingml/2006/main"/>
        </p:blipFill>
        <p:spPr>
          <a:xfrm xmlns:a="http://schemas.openxmlformats.org/drawingml/2006/main">
            <a:off x="7447865" y="3733800"/>
            <a:ext cx="272552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8F3AD-7A51-4D39-AD13-4AF93ED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436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2. Aguarde o instalador concluir</a:t>
            </a:r>
          </a:p>
        </p:txBody>
      </p:sp>
    </p:spTree>
    <p:extLst>
      <p:ext uri="{BB962C8B-B14F-4D97-AF65-F5344CB8AC3E}">
        <p14:creationId xmlns:p14="http://schemas.microsoft.com/office/powerpoint/2010/main" val="1315885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0135D-F035-4730-91CF-A196BCC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E979-1BCC-48A1-84A3-3113C50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GitHub: acesso aos repositórios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8EC37-B009-4688-BA65-9021CDD5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186D4-1407-4C39-985F-BB072AC8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11/16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8FD7B-2A65-47A2-866D-99B3B64D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95375"/>
            <a:ext cx="30480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d96559f0a4de4"/>
          <a:stretch xmlns:a="http://schemas.openxmlformats.org/drawingml/2006/main"/>
        </p:blipFill>
        <p:spPr>
          <a:xfrm xmlns:a="http://schemas.openxmlformats.org/drawingml/2006/main">
            <a:off x="729423" y="1143000"/>
            <a:ext cx="2598804" cy="5095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10C6E-F661-4003-A86E-79DDC989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954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1. Abra o menu do perfil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34C1C-043A-4A37-9992-58856C6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Clique em Repositories para visualizar os projetos da sua conta.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6FC24-4231-4F8B-BA7C-1C1EE22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19375"/>
            <a:ext cx="7334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ff7d726314bb5"/>
          <a:stretch xmlns:a="http://schemas.openxmlformats.org/drawingml/2006/main"/>
        </p:blipFill>
        <p:spPr>
          <a:xfrm xmlns:a="http://schemas.openxmlformats.org/drawingml/2006/main">
            <a:off x="3905250" y="2850601"/>
            <a:ext cx="7239000" cy="69959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689E6-BD36-415F-830F-8F983EE4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2. Clique em New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3AC2F-AF84-4BF7-B2CD-964F6D5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O botão verde abre o formulário de criação do repositório.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F4FED-EA07-46C7-A61B-A98F793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495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0A70E-0D76-49C6-B602-33D4D85F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29250"/>
            <a:ext cx="689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github.com  &gt;  Repositories  &gt;  New</a:t>
            </a:r>
          </a:p>
        </p:txBody>
      </p:sp>
    </p:spTree>
    <p:extLst>
      <p:ext uri="{BB962C8B-B14F-4D97-AF65-F5344CB8AC3E}">
        <p14:creationId xmlns:p14="http://schemas.microsoft.com/office/powerpoint/2010/main" val="922086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AA031-F06E-4C1F-B58B-0D8E67CA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D5467-500A-4C32-84DA-77CAEBE7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GitHub: criação do repositório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B2ED-90E5-4AAB-9E2F-8B5B02D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B946F-77E4-475B-995D-2449D92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12/16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59502-1041-44B5-8F07-34E51AB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57275"/>
            <a:ext cx="828675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7476019d148e4"/>
          <a:stretch xmlns:a="http://schemas.openxmlformats.org/drawingml/2006/main"/>
        </p:blipFill>
        <p:spPr>
          <a:xfrm xmlns:a="http://schemas.openxmlformats.org/drawingml/2006/main">
            <a:off x="1981643" y="1104900"/>
            <a:ext cx="5409313" cy="516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66A43-82CD-4B0E-8886-700FB7E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57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Preencha o formulário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50A36-9369-4EE2-9970-78DDDB93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Nome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5459F-AB05-4267-9AEA-BAB34D6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Exemplo: analise-de-dados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3BC21-1E51-4B63-B690-6BDED32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Visibilidade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49632-A2E3-429E-A127-5FF792D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Escolha Public ou Private.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B2A9C-9CD1-407C-B159-8B4D150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49C32-94F8-4B67-9C12-44B0C287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Ative Add README para iniciar o projeto com uma descrição.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5F3D0-65CE-4EAB-9E0D-735BDC5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24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Create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1DAC4-8803-41BD-9175-4B517AE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48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Revise e confirme.</a:t>
            </a:r>
          </a:p>
        </p:txBody>
      </p:sp>
    </p:spTree>
    <p:extLst>
      <p:ext uri="{BB962C8B-B14F-4D97-AF65-F5344CB8AC3E}">
        <p14:creationId xmlns:p14="http://schemas.microsoft.com/office/powerpoint/2010/main" val="2142578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78B9F-EAB5-4920-B8D0-C571D6A4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3FAFD-54D5-47A6-ACC9-57AD056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500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Conexão do computador com o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5FA78-E632-49E9-B5C2-615CBC4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CE98-1F0E-46E1-B5F6-6C322E8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13/16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5C917-96F6-4ED2-95E0-2CBFD759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Clonar o repositório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29D9-6860-44CC-A13C-3C71C0F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143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4D7D9-9871-4539-82F2-CA37762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8BDF8"/>
                </a:solidFill>
                <a:latin typeface="Arial"/>
                <a:ea typeface="Arial"/>
                <a:cs typeface="Arial"/>
              </a:rPr>
              <a:t>git clone &lt;url-do-repositorio&gt;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C705-7C46-408B-BE2C-201D35D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Na primeira operação de rede, o Git pode abrir o navegador para autenticar sua conta.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D3570-4DB5-4CB7-872F-5FB4E99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O curso também pode usar token pessoal ou chave SSH.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0576-3C9E-40BE-9581-5BE3A48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81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75AA7-F538-41C7-910A-6D20D5E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62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Copiar a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59888-1C73-47D1-B3FD-7F377C4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Botão Code no GitHub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89666-A1B8-48ED-AFB9-8A14CA1F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D2914-D956-44F4-82F3-1C1A2DB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F15AF-DD4A-45B3-914A-36DD685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Executar git clone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2E632-6219-4FA7-ACC9-335995B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No terminal do VS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D1F5E-DE4C-40A7-AB57-69DAE4C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52744-B5E4-4E7F-A426-8CE6FD47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340CF-4C32-4487-88A0-CB807E3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Autorizar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67754-86FC-4C53-84E1-3191A18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Login pelo navegador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9DE1B-BA2E-4858-97DD-342C5746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D5EC1-B9B5-4D55-8091-1A2AA788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5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15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75963-26E8-4D91-9DD4-4C78DE80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Abrir a pasta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2E959-4E22-40D5-8186-185C741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File &gt; Open Folder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1766A-D734-44EF-BA2D-7D895FD7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9F26C-B638-4E8C-901D-86589171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Resultado: a cópia local mantém o histórico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4398729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26C22-70E9-4B49-A299-8FD9247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E5D8E-C496-42ED-A82E-31AC4CD3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Arquivo de verificação, commit e push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D5399-973A-439D-BD1D-378F85D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2DAE3-4DE5-4B45-A892-8298D94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14/16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CFA16-FC58-41E8-B616-AB389AE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teste.py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B0F69-0E5F-482B-A23E-3665B133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762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589E9-3BCE-4A14-BA65-48985A9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419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print("Ambiente OK! pandas versão:",</a:t>
            </a:r>
          </a:p>
          <a:p xmlns:a="http://schemas.openxmlformats.org/drawingml/2006/main">
            <a:pPr algn="l">
              <a:defRPr sz="1500" b="0">
                <a:solidFill>
                  <a:srgbClr val="FFF3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3C4"/>
                </a:solidFill>
                <a:latin typeface="Arial"/>
                <a:ea typeface="Arial"/>
                <a:cs typeface="Arial"/>
              </a:rPr>
              <a:t>      pd.__version__)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59B7C-75DC-45BB-ADF9-E2F29C0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ABFD7-2D07-4E1A-B854-32C43D0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482A9-42BB-451B-B263-81B402C7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8BDF8"/>
                </a:solidFill>
                <a:latin typeface="Arial"/>
                <a:ea typeface="Arial"/>
                <a:cs typeface="Arial"/>
              </a:rPr>
              <a:t>python teste.py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1ABE6-9DD2-4E85-B249-0CBA774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Saída esperada: Ambiente OK! pandas versão: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33159-B340-496B-AFDA-2BD9278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23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Versionar e publicar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AF272-396A-452B-954C-8B9C8A8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15FD5-FCBD-4E97-A6BF-94BF8E4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49911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status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add teste.py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commit -m "Adiciona arquivo de teste"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push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A5A58-B0FA-4630-986A-959F1FE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9FEE8-EF97-451C-BCE5-F9F4A37F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1. Arquivo salvo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45C9B-0103-4C9A-9920-C670B35D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959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422B2-163C-415F-B3D6-E03409E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34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0D949-1B3A-4749-931E-74BA2BEB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29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2. Commit criado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60C96-B937-4066-BEE7-01D7F77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959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2786B-B200-44BE-B52C-BCF6FE8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943"/>
          </a:solidFill>
          <a:ln xmlns:a="http://schemas.openxmlformats.org/drawingml/2006/main" w="9525">
            <a:solidFill>
              <a:srgbClr val="1837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4F789-B260-4AA5-BBBD-6A7E1FA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3. Push concluído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5D06E-61D0-4BF7-8806-FDBE73B3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959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8C6D7-40D9-441D-86F3-243F443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F2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BEE19-6C7A-4361-9CF5-A934DAE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4. GitHub atualizado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FDED0-1EFF-4491-BF49-5075820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Atualize a página do repositório. O arquivo e a mensagem do commit devem aparecer.</a:t>
            </a:r>
          </a:p>
        </p:txBody>
      </p:sp>
    </p:spTree>
    <p:extLst>
      <p:ext uri="{BB962C8B-B14F-4D97-AF65-F5344CB8AC3E}">
        <p14:creationId xmlns:p14="http://schemas.microsoft.com/office/powerpoint/2010/main" val="6478449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C0DCF-1FB4-45FD-BC38-4EDB7D4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160CE-8E69-462F-9E0E-84B233D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Problemas comuns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7E3CC-3B3B-48E2-B88C-CB1342C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5A7CE-4059-4FCB-BE09-D45534E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15/16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200150"/>
          <a:ext xmlns:a="http://schemas.openxmlformats.org/drawingml/2006/main" cx="111633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952750"/>
                <a:gridCol w="5353050"/>
              </a:tblGrid>
              <a:tr h="727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Sintoma</a:t>
                      </a:r>
                    </a:p>
                  </a:txBody>
                  <a:tcPr marL="91440" marR="91440" marT="45720" marB="4572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Causa provável</a:t>
                      </a:r>
                    </a:p>
                  </a:txBody>
                  <a:tcPr marL="91440" marR="91440" marT="45720" marB="4572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Solução</a:t>
                      </a:r>
                    </a:p>
                  </a:txBody>
                  <a:tcPr marL="91440" marR="91440" marT="45720" marB="45720">
                    <a:solidFill>
                      <a:srgbClr val="EF4444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python ou git não reconhecido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VS Code não foi reaberto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Fechar e reabrir o VS Code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Biblioteca não encontrada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Interpretador errado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Python: Select Interpreter &gt; .venv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Script bloqueado ao ativar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Política do PowerShell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Set-ExecutionPolicy -Scope CurrentUser RemoteSigned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Erro no commit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Git sem identidade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Configurar user.name e user.email</a:t>
                      </a:r>
                    </a:p>
                  </a:txBody>
                  <a:tcPr marL="91440" marR="91440" marT="45720" marB="45720">
                    <a:solidFill>
                      <a:srgbClr val="183753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Erro no push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Autenticação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Refazer o login ou usar token conforme o curso</a:t>
                      </a:r>
                    </a:p>
                  </a:txBody>
                  <a:tcPr marL="91440" marR="91440" marT="45720" marB="45720">
                    <a:solidFill>
                      <a:srgbClr val="12294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EEE44-2B13-40B5-AE38-B2A19F76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A política RemoteSigned é aplicada apenas ao usuário atual. Use somente quando a instituição permitir.</a:t>
            </a:r>
          </a:p>
        </p:txBody>
      </p:sp>
    </p:spTree>
    <p:extLst>
      <p:ext uri="{BB962C8B-B14F-4D97-AF65-F5344CB8AC3E}">
        <p14:creationId xmlns:p14="http://schemas.microsoft.com/office/powerpoint/2010/main" val="12779755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7673CD-06D2-4901-95F2-8F729C9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98B1C-8FEA-44F4-B9E1-5E3343CD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Checklist final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E23A-A6F1-4CD6-B3FC-C4FB2749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292A4-57F3-43BE-A0CB-25A1EAC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Preparando o ambiente de análise de dados  |  16/16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03524-35C2-4F98-A1D7-852E3E40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B5C08-8DEA-40D0-B2B9-54046E8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38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VS Code instalado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7A1F5-2D33-4458-BD4C-FA53D36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9E848-5ED2-486F-B42E-540D9977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C8E6D-7220-4336-99D6-954DAF6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 instalado e reconhecido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1B3E3-0986-4AF6-BD7D-DA6ECA8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5A23C-9ADB-4DDC-9984-33B7979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B730-6ED4-4862-9767-56E606B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Extensões ativas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664AE-BD5B-4044-B148-34499B55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64EC4-EFF1-4A86-81D5-BBD7F338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044C7-A713-46CF-8E3D-87114CAC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Bibliotecas instaladas na .venv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405BE-6C18-4563-8BD2-001CE09B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BFADA-1084-44A1-93DB-23F90B8E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0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86A3D-ACD3-4BD8-B0A2-E1527C3E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38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Git configurado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4D787-6346-413F-8546-AA05069E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716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DCC77-1DFC-4678-A324-5CC348DC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FA9ED-AEA9-4A0E-91CC-A13F145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Repositório criado no GitHub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16700-6315-4B86-A3EC-C94A40B0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6A37C-3371-4293-A1E5-540C370E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2C55E"/>
                </a:solidFill>
                <a:latin typeface="Arial"/>
                <a:ea typeface="Arial"/>
                <a:cs typeface="Arial"/>
              </a:rPr>
              <a:t>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45D3A-0E18-4CC7-82B4-48D0559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Commit visível no 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047E0-0EF9-4696-96F2-9A99875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8F35D-CC7A-4A15-B045-8207416C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3F2B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19953-814C-490F-8C0B-5F8146DA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B6A1B-E714-4517-932C-0897F57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Criar um README claro, praticar novos commits e organizar os notebooks e dados do projeto.</a:t>
            </a:r>
          </a:p>
        </p:txBody>
      </p:sp>
    </p:spTree>
    <p:extLst>
      <p:ext uri="{BB962C8B-B14F-4D97-AF65-F5344CB8AC3E}">
        <p14:creationId xmlns:p14="http://schemas.microsoft.com/office/powerpoint/2010/main" val="284992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2026-10-03T00:01:36.5550000Z</dcterms:created>
  <dcterms:modified xsi:type="dcterms:W3CDTF">2026-10-03T00:01:36.5550000Z</dcterms:modified>
</coreProperties>
</file>